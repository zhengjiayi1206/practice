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274" r:id="rId4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7" r:id="rId17"/>
    <p:sldId id="289" r:id="rId18"/>
    <p:sldId id="28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FFFFFF"/>
    <a:srgbClr val="8A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9A50C-A44C-6649-8A8A-995CABCFF00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51400"/>
            <a:ext cx="12192000" cy="1325563"/>
          </a:xfrm>
        </p:spPr>
        <p:txBody>
          <a:bodyPr anchor="b">
            <a:normAutofit/>
          </a:bodyPr>
          <a:lstStyle>
            <a:lvl1pPr marL="342900" indent="-342900">
              <a:spcBef>
                <a:spcPts val="0"/>
              </a:spcBef>
              <a:buFont typeface="+mj-lt"/>
              <a:buAutoNum type="arabicPeriod"/>
              <a:defRPr sz="1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>
                <a:latin typeface="Times New Roman" panose="02020503050405090304" charset="0"/>
                <a:cs typeface="Times New Roman" panose="0202050305040509030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51400"/>
            <a:ext cx="12192000" cy="1325563"/>
          </a:xfrm>
        </p:spPr>
        <p:txBody>
          <a:bodyPr anchor="b">
            <a:normAutofit/>
          </a:bodyPr>
          <a:lstStyle>
            <a:lvl1pPr marL="257175" indent="-257175">
              <a:spcBef>
                <a:spcPts val="0"/>
              </a:spcBef>
              <a:buFont typeface="+mj-lt"/>
              <a:buAutoNum type="arabicPeriod"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51400"/>
            <a:ext cx="12192000" cy="1325563"/>
          </a:xfrm>
        </p:spPr>
        <p:txBody>
          <a:bodyPr anchor="b">
            <a:normAutofit/>
          </a:bodyPr>
          <a:lstStyle>
            <a:lvl1pPr marL="257175" indent="-257175">
              <a:spcBef>
                <a:spcPts val="0"/>
              </a:spcBef>
              <a:buFont typeface="+mj-lt"/>
              <a:buAutoNum type="arabicPeriod"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51400"/>
            <a:ext cx="12192000" cy="1325563"/>
          </a:xfrm>
        </p:spPr>
        <p:txBody>
          <a:bodyPr anchor="b">
            <a:normAutofit/>
          </a:bodyPr>
          <a:lstStyle>
            <a:lvl1pPr marL="257175" indent="-257175">
              <a:spcBef>
                <a:spcPts val="0"/>
              </a:spcBef>
              <a:buFont typeface="+mj-lt"/>
              <a:buAutoNum type="arabicPeriod"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51400"/>
            <a:ext cx="12192000" cy="1325563"/>
          </a:xfrm>
        </p:spPr>
        <p:txBody>
          <a:bodyPr anchor="b">
            <a:normAutofit/>
          </a:bodyPr>
          <a:lstStyle>
            <a:lvl1pPr marL="257175" indent="-257175">
              <a:spcBef>
                <a:spcPts val="0"/>
              </a:spcBef>
              <a:buFont typeface="+mj-lt"/>
              <a:buAutoNum type="arabicPeriod"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51400"/>
            <a:ext cx="12192000" cy="1325563"/>
          </a:xfrm>
        </p:spPr>
        <p:txBody>
          <a:bodyPr anchor="b">
            <a:normAutofit/>
          </a:bodyPr>
          <a:lstStyle>
            <a:lvl1pPr marL="257175" indent="-257175">
              <a:spcBef>
                <a:spcPts val="0"/>
              </a:spcBef>
              <a:buFont typeface="+mj-lt"/>
              <a:buAutoNum type="arabicPeriod"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51400"/>
            <a:ext cx="12192000" cy="1325563"/>
          </a:xfrm>
        </p:spPr>
        <p:txBody>
          <a:bodyPr anchor="b">
            <a:normAutofit/>
          </a:bodyPr>
          <a:lstStyle>
            <a:lvl1pPr marL="257175" indent="-257175">
              <a:spcBef>
                <a:spcPts val="0"/>
              </a:spcBef>
              <a:buFont typeface="+mj-lt"/>
              <a:buAutoNum type="arabicPeriod"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51400"/>
            <a:ext cx="12192000" cy="1325563"/>
          </a:xfrm>
        </p:spPr>
        <p:txBody>
          <a:bodyPr anchor="b">
            <a:normAutofit/>
          </a:bodyPr>
          <a:lstStyle>
            <a:lvl1pPr marL="257175" indent="-257175">
              <a:spcBef>
                <a:spcPts val="0"/>
              </a:spcBef>
              <a:buFont typeface="+mj-lt"/>
              <a:buAutoNum type="arabicPeriod"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6761" cy="6858001"/>
          </a:xfrm>
          <a:prstGeom prst="rect">
            <a:avLst/>
          </a:prstGeom>
          <a:gradFill>
            <a:gsLst>
              <a:gs pos="33000">
                <a:srgbClr val="FFFFFF">
                  <a:alpha val="89000"/>
                </a:srgbClr>
              </a:gs>
              <a:gs pos="7000">
                <a:schemeClr val="bg1"/>
              </a:gs>
              <a:gs pos="67000">
                <a:schemeClr val="bg1">
                  <a:alpha val="5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pic>
        <p:nvPicPr>
          <p:cNvPr id="24" name="图片 37"/>
          <p:cNvPicPr>
            <a:picLocks noChangeAspect="1"/>
          </p:cNvPicPr>
          <p:nvPr userDrawn="1"/>
        </p:nvPicPr>
        <p:blipFill>
          <a:blip r:embed="rId2"/>
          <a:srcRect l="6443" r="6443"/>
          <a:stretch>
            <a:fillRect/>
          </a:stretch>
        </p:blipFill>
        <p:spPr>
          <a:xfrm>
            <a:off x="0" y="0"/>
            <a:ext cx="12196761" cy="6858000"/>
          </a:xfrm>
          <a:prstGeom prst="rect">
            <a:avLst/>
          </a:prstGeom>
        </p:spPr>
      </p:pic>
      <p:sp>
        <p:nvSpPr>
          <p:cNvPr id="4" name="任意多边形: 形状 3"/>
          <p:cNvSpPr/>
          <p:nvPr userDrawn="1"/>
        </p:nvSpPr>
        <p:spPr>
          <a:xfrm rot="1946637">
            <a:off x="11291772" y="4484088"/>
            <a:ext cx="1342588" cy="2965475"/>
          </a:xfrm>
          <a:custGeom>
            <a:avLst/>
            <a:gdLst>
              <a:gd name="connsiteX0" fmla="*/ 0 w 1342588"/>
              <a:gd name="connsiteY0" fmla="*/ 0 h 2965475"/>
              <a:gd name="connsiteX1" fmla="*/ 1342588 w 1342588"/>
              <a:gd name="connsiteY1" fmla="*/ 2111997 h 2965475"/>
              <a:gd name="connsiteX2" fmla="*/ 0 w 1342588"/>
              <a:gd name="connsiteY2" fmla="*/ 2965475 h 296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588" h="2965475">
                <a:moveTo>
                  <a:pt x="0" y="0"/>
                </a:moveTo>
                <a:lnTo>
                  <a:pt x="1342588" y="2111997"/>
                </a:lnTo>
                <a:lnTo>
                  <a:pt x="0" y="29654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80" name="任意多边形: 形状 79"/>
          <p:cNvSpPr/>
          <p:nvPr userDrawn="1"/>
        </p:nvSpPr>
        <p:spPr>
          <a:xfrm>
            <a:off x="1" y="1"/>
            <a:ext cx="5781347" cy="6857999"/>
          </a:xfrm>
          <a:custGeom>
            <a:avLst/>
            <a:gdLst>
              <a:gd name="connsiteX0" fmla="*/ 0 w 5781347"/>
              <a:gd name="connsiteY0" fmla="*/ 0 h 6857999"/>
              <a:gd name="connsiteX1" fmla="*/ 5781347 w 5781347"/>
              <a:gd name="connsiteY1" fmla="*/ 0 h 6857999"/>
              <a:gd name="connsiteX2" fmla="*/ 1450589 w 5781347"/>
              <a:gd name="connsiteY2" fmla="*/ 6857999 h 6857999"/>
              <a:gd name="connsiteX3" fmla="*/ 0 w 5781347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1347" h="6857999">
                <a:moveTo>
                  <a:pt x="0" y="0"/>
                </a:moveTo>
                <a:lnTo>
                  <a:pt x="5781347" y="0"/>
                </a:lnTo>
                <a:lnTo>
                  <a:pt x="145058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79" name="任意多边形: 形状 78"/>
          <p:cNvSpPr/>
          <p:nvPr userDrawn="1"/>
        </p:nvSpPr>
        <p:spPr>
          <a:xfrm rot="1946637">
            <a:off x="-720317" y="-1899824"/>
            <a:ext cx="4902793" cy="7492316"/>
          </a:xfrm>
          <a:custGeom>
            <a:avLst/>
            <a:gdLst>
              <a:gd name="connsiteX0" fmla="*/ 0 w 4902793"/>
              <a:gd name="connsiteY0" fmla="*/ 3116685 h 7492316"/>
              <a:gd name="connsiteX1" fmla="*/ 4902793 w 4902793"/>
              <a:gd name="connsiteY1" fmla="*/ 0 h 7492316"/>
              <a:gd name="connsiteX2" fmla="*/ 4902793 w 4902793"/>
              <a:gd name="connsiteY2" fmla="*/ 7492316 h 7492316"/>
              <a:gd name="connsiteX3" fmla="*/ 2781570 w 4902793"/>
              <a:gd name="connsiteY3" fmla="*/ 7492316 h 7492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02793" h="7492316">
                <a:moveTo>
                  <a:pt x="0" y="3116685"/>
                </a:moveTo>
                <a:lnTo>
                  <a:pt x="4902793" y="0"/>
                </a:lnTo>
                <a:lnTo>
                  <a:pt x="4902793" y="7492316"/>
                </a:lnTo>
                <a:lnTo>
                  <a:pt x="2781570" y="7492316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7" name="任意多边形: 形状 6"/>
          <p:cNvSpPr/>
          <p:nvPr userDrawn="1"/>
        </p:nvSpPr>
        <p:spPr>
          <a:xfrm rot="1946637">
            <a:off x="-1004883" y="3894140"/>
            <a:ext cx="3917268" cy="185603"/>
          </a:xfrm>
          <a:custGeom>
            <a:avLst/>
            <a:gdLst>
              <a:gd name="connsiteX0" fmla="*/ 0 w 3917268"/>
              <a:gd name="connsiteY0" fmla="*/ 0 h 185603"/>
              <a:gd name="connsiteX1" fmla="*/ 3917268 w 3917268"/>
              <a:gd name="connsiteY1" fmla="*/ 0 h 185603"/>
              <a:gd name="connsiteX2" fmla="*/ 3917268 w 3917268"/>
              <a:gd name="connsiteY2" fmla="*/ 185603 h 185603"/>
              <a:gd name="connsiteX3" fmla="*/ 117987 w 3917268"/>
              <a:gd name="connsiteY3" fmla="*/ 185603 h 185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268" h="185603">
                <a:moveTo>
                  <a:pt x="0" y="0"/>
                </a:moveTo>
                <a:lnTo>
                  <a:pt x="3917268" y="0"/>
                </a:lnTo>
                <a:lnTo>
                  <a:pt x="3917268" y="185603"/>
                </a:lnTo>
                <a:lnTo>
                  <a:pt x="117987" y="185603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21000"/>
                </a:schemeClr>
              </a:gs>
              <a:gs pos="66000">
                <a:schemeClr val="bg1">
                  <a:alpha val="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77" name="任意多边形: 形状 76"/>
          <p:cNvSpPr/>
          <p:nvPr userDrawn="1"/>
        </p:nvSpPr>
        <p:spPr>
          <a:xfrm rot="1946637">
            <a:off x="243137" y="-1618737"/>
            <a:ext cx="4301549" cy="5957100"/>
          </a:xfrm>
          <a:custGeom>
            <a:avLst/>
            <a:gdLst>
              <a:gd name="connsiteX0" fmla="*/ 2401963 w 4301549"/>
              <a:gd name="connsiteY0" fmla="*/ 1207559 h 5957100"/>
              <a:gd name="connsiteX1" fmla="*/ 4301548 w 4301549"/>
              <a:gd name="connsiteY1" fmla="*/ 0 h 5957100"/>
              <a:gd name="connsiteX2" fmla="*/ 4301549 w 4301549"/>
              <a:gd name="connsiteY2" fmla="*/ 5957100 h 5957100"/>
              <a:gd name="connsiteX3" fmla="*/ 1207559 w 4301549"/>
              <a:gd name="connsiteY3" fmla="*/ 5957100 h 5957100"/>
              <a:gd name="connsiteX4" fmla="*/ 0 w 4301549"/>
              <a:gd name="connsiteY4" fmla="*/ 4057513 h 5957100"/>
              <a:gd name="connsiteX5" fmla="*/ 2401963 w 4301549"/>
              <a:gd name="connsiteY5" fmla="*/ 4057513 h 595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1549" h="5957100">
                <a:moveTo>
                  <a:pt x="2401963" y="1207559"/>
                </a:moveTo>
                <a:lnTo>
                  <a:pt x="4301548" y="0"/>
                </a:lnTo>
                <a:lnTo>
                  <a:pt x="4301549" y="5957100"/>
                </a:lnTo>
                <a:lnTo>
                  <a:pt x="1207559" y="5957100"/>
                </a:lnTo>
                <a:lnTo>
                  <a:pt x="0" y="4057513"/>
                </a:lnTo>
                <a:lnTo>
                  <a:pt x="2401963" y="4057513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21000"/>
                </a:schemeClr>
              </a:gs>
              <a:gs pos="43000">
                <a:schemeClr val="bg1">
                  <a:alpha val="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81" name="任意多边形: 形状 80"/>
          <p:cNvSpPr/>
          <p:nvPr userDrawn="1"/>
        </p:nvSpPr>
        <p:spPr>
          <a:xfrm flipH="1">
            <a:off x="0" y="2624220"/>
            <a:ext cx="12192000" cy="2383200"/>
          </a:xfrm>
          <a:custGeom>
            <a:avLst/>
            <a:gdLst>
              <a:gd name="connsiteX0" fmla="*/ 12192000 w 12192000"/>
              <a:gd name="connsiteY0" fmla="*/ 0 h 2383200"/>
              <a:gd name="connsiteX1" fmla="*/ 11953021 w 12192000"/>
              <a:gd name="connsiteY1" fmla="*/ 0 h 2383200"/>
              <a:gd name="connsiteX2" fmla="*/ 537341 w 12192000"/>
              <a:gd name="connsiteY2" fmla="*/ 0 h 2383200"/>
              <a:gd name="connsiteX3" fmla="*/ 0 w 12192000"/>
              <a:gd name="connsiteY3" fmla="*/ 0 h 2383200"/>
              <a:gd name="connsiteX4" fmla="*/ 0 w 12192000"/>
              <a:gd name="connsiteY4" fmla="*/ 2383200 h 2383200"/>
              <a:gd name="connsiteX5" fmla="*/ 537341 w 12192000"/>
              <a:gd name="connsiteY5" fmla="*/ 2383200 h 2383200"/>
              <a:gd name="connsiteX6" fmla="*/ 8212875 w 12192000"/>
              <a:gd name="connsiteY6" fmla="*/ 2383200 h 2383200"/>
              <a:gd name="connsiteX7" fmla="*/ 8750216 w 12192000"/>
              <a:gd name="connsiteY7" fmla="*/ 2383200 h 2383200"/>
              <a:gd name="connsiteX8" fmla="*/ 12192000 w 12192000"/>
              <a:gd name="connsiteY8" fmla="*/ 190115 h 23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2383200">
                <a:moveTo>
                  <a:pt x="12192000" y="0"/>
                </a:moveTo>
                <a:lnTo>
                  <a:pt x="11953021" y="0"/>
                </a:lnTo>
                <a:lnTo>
                  <a:pt x="537341" y="0"/>
                </a:lnTo>
                <a:lnTo>
                  <a:pt x="0" y="0"/>
                </a:lnTo>
                <a:lnTo>
                  <a:pt x="0" y="2383200"/>
                </a:lnTo>
                <a:lnTo>
                  <a:pt x="537341" y="2383200"/>
                </a:lnTo>
                <a:lnTo>
                  <a:pt x="8212875" y="2383200"/>
                </a:lnTo>
                <a:lnTo>
                  <a:pt x="8750216" y="2383200"/>
                </a:lnTo>
                <a:lnTo>
                  <a:pt x="12192000" y="190115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70000"/>
            </a:schemeClr>
          </a:solidFill>
          <a:ln>
            <a:noFill/>
          </a:ln>
          <a:effectLst>
            <a:outerShdw blurRad="1270000" dist="406400" dir="5400000" sx="80000" sy="8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76" name="任意多边形: 形状 75"/>
          <p:cNvSpPr/>
          <p:nvPr userDrawn="1"/>
        </p:nvSpPr>
        <p:spPr>
          <a:xfrm rot="1946637">
            <a:off x="61446" y="-2331976"/>
            <a:ext cx="6816051" cy="6453716"/>
          </a:xfrm>
          <a:custGeom>
            <a:avLst/>
            <a:gdLst>
              <a:gd name="connsiteX0" fmla="*/ 0 w 6816051"/>
              <a:gd name="connsiteY0" fmla="*/ 4332935 h 6453716"/>
              <a:gd name="connsiteX1" fmla="*/ 6816051 w 6816051"/>
              <a:gd name="connsiteY1" fmla="*/ 0 h 6453716"/>
              <a:gd name="connsiteX2" fmla="*/ 6816051 w 6816051"/>
              <a:gd name="connsiteY2" fmla="*/ 6453716 h 6453716"/>
              <a:gd name="connsiteX3" fmla="*/ 1348172 w 6816051"/>
              <a:gd name="connsiteY3" fmla="*/ 6453716 h 645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6051" h="6453716">
                <a:moveTo>
                  <a:pt x="0" y="4332935"/>
                </a:moveTo>
                <a:lnTo>
                  <a:pt x="6816051" y="0"/>
                </a:lnTo>
                <a:lnTo>
                  <a:pt x="6816051" y="6453716"/>
                </a:lnTo>
                <a:lnTo>
                  <a:pt x="1348172" y="6453716"/>
                </a:lnTo>
                <a:close/>
              </a:path>
            </a:pathLst>
          </a:custGeom>
          <a:ln>
            <a:noFill/>
          </a:ln>
          <a:effectLst>
            <a:outerShdw blurRad="939800" dist="330200" dir="4800000" sx="99000" sy="99000" algn="t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946637">
            <a:off x="2155105" y="-640499"/>
            <a:ext cx="2015107" cy="1280995"/>
          </a:xfrm>
          <a:custGeom>
            <a:avLst/>
            <a:gdLst>
              <a:gd name="connsiteX0" fmla="*/ 0 w 2015107"/>
              <a:gd name="connsiteY0" fmla="*/ 1280995 h 1280995"/>
              <a:gd name="connsiteX1" fmla="*/ 2015107 w 2015107"/>
              <a:gd name="connsiteY1" fmla="*/ 0 h 1280995"/>
              <a:gd name="connsiteX2" fmla="*/ 2015107 w 2015107"/>
              <a:gd name="connsiteY2" fmla="*/ 1280995 h 128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15107" h="1280995">
                <a:moveTo>
                  <a:pt x="0" y="1280995"/>
                </a:moveTo>
                <a:lnTo>
                  <a:pt x="2015107" y="0"/>
                </a:lnTo>
                <a:lnTo>
                  <a:pt x="2015107" y="12809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 rot="1946637">
            <a:off x="2373140" y="-528410"/>
            <a:ext cx="1662458" cy="1056818"/>
          </a:xfrm>
          <a:custGeom>
            <a:avLst/>
            <a:gdLst>
              <a:gd name="connsiteX0" fmla="*/ 0 w 1662458"/>
              <a:gd name="connsiteY0" fmla="*/ 1056818 h 1056818"/>
              <a:gd name="connsiteX1" fmla="*/ 1662458 w 1662458"/>
              <a:gd name="connsiteY1" fmla="*/ 0 h 1056818"/>
              <a:gd name="connsiteX2" fmla="*/ 1662458 w 1662458"/>
              <a:gd name="connsiteY2" fmla="*/ 1056818 h 1056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2458" h="1056818">
                <a:moveTo>
                  <a:pt x="0" y="1056818"/>
                </a:moveTo>
                <a:lnTo>
                  <a:pt x="1662458" y="0"/>
                </a:lnTo>
                <a:lnTo>
                  <a:pt x="1662458" y="10568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 rot="1946637">
            <a:off x="2745499" y="-330405"/>
            <a:ext cx="1039509" cy="660811"/>
          </a:xfrm>
          <a:custGeom>
            <a:avLst/>
            <a:gdLst>
              <a:gd name="connsiteX0" fmla="*/ 0 w 1039509"/>
              <a:gd name="connsiteY0" fmla="*/ 660811 h 660811"/>
              <a:gd name="connsiteX1" fmla="*/ 1039509 w 1039509"/>
              <a:gd name="connsiteY1" fmla="*/ 0 h 660811"/>
              <a:gd name="connsiteX2" fmla="*/ 1039509 w 1039509"/>
              <a:gd name="connsiteY2" fmla="*/ 660811 h 660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9509" h="660811">
                <a:moveTo>
                  <a:pt x="0" y="660811"/>
                </a:moveTo>
                <a:lnTo>
                  <a:pt x="1039509" y="0"/>
                </a:lnTo>
                <a:lnTo>
                  <a:pt x="1039509" y="66081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78" name="任意多边形: 形状 77"/>
          <p:cNvSpPr/>
          <p:nvPr userDrawn="1"/>
        </p:nvSpPr>
        <p:spPr>
          <a:xfrm rot="1946637">
            <a:off x="770831" y="-2125586"/>
            <a:ext cx="6046618" cy="6453716"/>
          </a:xfrm>
          <a:custGeom>
            <a:avLst/>
            <a:gdLst>
              <a:gd name="connsiteX0" fmla="*/ 5136217 w 6046618"/>
              <a:gd name="connsiteY0" fmla="*/ 578738 h 6453716"/>
              <a:gd name="connsiteX1" fmla="*/ 6046618 w 6046618"/>
              <a:gd name="connsiteY1" fmla="*/ 0 h 6453716"/>
              <a:gd name="connsiteX2" fmla="*/ 6046617 w 6046618"/>
              <a:gd name="connsiteY2" fmla="*/ 6453716 h 6453716"/>
              <a:gd name="connsiteX3" fmla="*/ 578738 w 6046618"/>
              <a:gd name="connsiteY3" fmla="*/ 6453716 h 6453716"/>
              <a:gd name="connsiteX4" fmla="*/ 0 w 6046618"/>
              <a:gd name="connsiteY4" fmla="*/ 5543315 h 6453716"/>
              <a:gd name="connsiteX5" fmla="*/ 5136217 w 6046618"/>
              <a:gd name="connsiteY5" fmla="*/ 5543314 h 645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46618" h="6453716">
                <a:moveTo>
                  <a:pt x="5136217" y="578738"/>
                </a:moveTo>
                <a:lnTo>
                  <a:pt x="6046618" y="0"/>
                </a:lnTo>
                <a:lnTo>
                  <a:pt x="6046617" y="6453716"/>
                </a:lnTo>
                <a:lnTo>
                  <a:pt x="578738" y="6453716"/>
                </a:lnTo>
                <a:lnTo>
                  <a:pt x="0" y="5543315"/>
                </a:lnTo>
                <a:lnTo>
                  <a:pt x="5136217" y="5543314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21000"/>
                </a:schemeClr>
              </a:gs>
              <a:gs pos="43000">
                <a:schemeClr val="bg1">
                  <a:alpha val="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82" name="任意多边形: 形状 81"/>
          <p:cNvSpPr/>
          <p:nvPr userDrawn="1"/>
        </p:nvSpPr>
        <p:spPr>
          <a:xfrm rot="1946637" flipV="1">
            <a:off x="-294245" y="5717222"/>
            <a:ext cx="2118100" cy="480710"/>
          </a:xfrm>
          <a:custGeom>
            <a:avLst/>
            <a:gdLst>
              <a:gd name="connsiteX0" fmla="*/ 0 w 2118100"/>
              <a:gd name="connsiteY0" fmla="*/ 480710 h 480710"/>
              <a:gd name="connsiteX1" fmla="*/ 2118100 w 2118100"/>
              <a:gd name="connsiteY1" fmla="*/ 480710 h 480710"/>
              <a:gd name="connsiteX2" fmla="*/ 2118100 w 2118100"/>
              <a:gd name="connsiteY2" fmla="*/ 0 h 480710"/>
              <a:gd name="connsiteX3" fmla="*/ 305586 w 2118100"/>
              <a:gd name="connsiteY3" fmla="*/ 0 h 48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8100" h="480710">
                <a:moveTo>
                  <a:pt x="0" y="480710"/>
                </a:moveTo>
                <a:lnTo>
                  <a:pt x="2118100" y="480710"/>
                </a:lnTo>
                <a:lnTo>
                  <a:pt x="2118100" y="0"/>
                </a:lnTo>
                <a:lnTo>
                  <a:pt x="305586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6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sp>
        <p:nvSpPr>
          <p:cNvPr id="16" name="任意多边形: 形状 15"/>
          <p:cNvSpPr/>
          <p:nvPr userDrawn="1"/>
        </p:nvSpPr>
        <p:spPr>
          <a:xfrm rot="1946637">
            <a:off x="2242838" y="-600563"/>
            <a:ext cx="1889463" cy="1201124"/>
          </a:xfrm>
          <a:custGeom>
            <a:avLst/>
            <a:gdLst>
              <a:gd name="connsiteX0" fmla="*/ 0 w 1889463"/>
              <a:gd name="connsiteY0" fmla="*/ 1201124 h 1201124"/>
              <a:gd name="connsiteX1" fmla="*/ 256639 w 1889463"/>
              <a:gd name="connsiteY1" fmla="*/ 1037979 h 1201124"/>
              <a:gd name="connsiteX2" fmla="*/ 1726319 w 1889463"/>
              <a:gd name="connsiteY2" fmla="*/ 1037979 h 1201124"/>
              <a:gd name="connsiteX3" fmla="*/ 1726319 w 1889463"/>
              <a:gd name="connsiteY3" fmla="*/ 103710 h 1201124"/>
              <a:gd name="connsiteX4" fmla="*/ 1889463 w 1889463"/>
              <a:gd name="connsiteY4" fmla="*/ 0 h 1201124"/>
              <a:gd name="connsiteX5" fmla="*/ 1889463 w 1889463"/>
              <a:gd name="connsiteY5" fmla="*/ 1201124 h 1201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9463" h="1201124">
                <a:moveTo>
                  <a:pt x="0" y="1201124"/>
                </a:moveTo>
                <a:lnTo>
                  <a:pt x="256639" y="1037979"/>
                </a:lnTo>
                <a:lnTo>
                  <a:pt x="1726319" y="1037979"/>
                </a:lnTo>
                <a:lnTo>
                  <a:pt x="1726319" y="103710"/>
                </a:lnTo>
                <a:lnTo>
                  <a:pt x="1889463" y="0"/>
                </a:lnTo>
                <a:lnTo>
                  <a:pt x="1889463" y="1201124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21000"/>
                </a:schemeClr>
              </a:gs>
              <a:gs pos="30000">
                <a:schemeClr val="bg1">
                  <a:alpha val="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Calibri" charset="0"/>
            </a:endParaRPr>
          </a:p>
        </p:txBody>
      </p:sp>
      <p:cxnSp>
        <p:nvCxnSpPr>
          <p:cNvPr id="20" name="[动画大师]_Straight Connector 64" descr="e7d195523061f1c0d3ba7f298e59d031c9c3f97027ed136f882110EF8F17BAD1F2C348D17C7856EF46CB4678CC9E44EE1ABA681E3133328A7B4D22AAF822B2429426B2355AA8CC4431B8568D2CF3B73AE9F4AE98D5A0D6A5566EF967553E96D781C502472DAB692B5E92B1CB5B32F40BF8CF6181A24AB2F2CD3A9A53F0FE7F0D4E247476572CCFAC"/>
          <p:cNvCxnSpPr/>
          <p:nvPr userDrawn="1"/>
        </p:nvCxnSpPr>
        <p:spPr>
          <a:xfrm>
            <a:off x="993518" y="2742378"/>
            <a:ext cx="1249626" cy="788221"/>
          </a:xfrm>
          <a:prstGeom prst="line">
            <a:avLst/>
          </a:prstGeom>
          <a:ln w="25400" cap="rnd"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 descr="e7d195523061f1c0d3ba7f298e59d031c9c3f97027ed136f882110EF8F17BAD1F2C348D17C7856EF46CB4678CC9E44EE1ABA681E3133328A7B4D22AAF822B2429426B2355AA8CC4431B8568D2CF3B73AE9F4AE98D5A0D6A5566EF967553E96D781C502472DAB692B5E92B1CB5B32F40BF8CF6181A24AB2F2CD3A9A53F0FE7F0D4E247476572CCFAC"/>
          <p:cNvCxnSpPr/>
          <p:nvPr userDrawn="1"/>
        </p:nvCxnSpPr>
        <p:spPr>
          <a:xfrm>
            <a:off x="2192377" y="3306970"/>
            <a:ext cx="280583" cy="178659"/>
          </a:xfrm>
          <a:prstGeom prst="line">
            <a:avLst/>
          </a:prstGeom>
          <a:ln w="25400" cap="rnd"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192000" y="2592000"/>
            <a:ext cx="5760000" cy="18720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AA7900"/>
                </a:solidFill>
                <a:latin typeface="Calibri" charset="0"/>
                <a:cs typeface="Calibri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3" name="Subtitle 2"/>
          <p:cNvSpPr>
            <a:spLocks noGrp="1"/>
          </p:cNvSpPr>
          <p:nvPr>
            <p:ph type="subTitle" idx="1"/>
          </p:nvPr>
        </p:nvSpPr>
        <p:spPr>
          <a:xfrm>
            <a:off x="6192000" y="4500000"/>
            <a:ext cx="5760000" cy="49639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rgbClr val="003366"/>
                </a:solidFill>
                <a:latin typeface="Calibri" charset="0"/>
                <a:cs typeface="Calibri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2" name="Graphic 17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145" y="314718"/>
            <a:ext cx="2286000" cy="5993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688 0.05486 L -2.29167E-6 4.07407E-6 " pathEditMode="relative" rAng="0" ptsTypes="AA">
                                      <p:cBhvr additive="base">
                                        <p:cTn id="9" dur="2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4" y="-275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67 -0.05023 L 3.95833E-6 1.11111E-6 " pathEditMode="relative" rAng="0" ptsTypes="AA">
                                      <p:cBhvr additive="base">
                                        <p:cTn id="14" dur="2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7" y="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076 0.04838 L 4.16667E-7 0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" y="-243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  <p:from x="109677" y="109677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5.svg"/><Relationship Id="rId13" Type="http://schemas.openxmlformats.org/officeDocument/2006/relationships/image" Target="../media/image4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23AC0-8F4B-4564-98C4-8E0D5682919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形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58864" y="6271600"/>
            <a:ext cx="2728716" cy="546643"/>
          </a:xfrm>
          <a:prstGeom prst="rect">
            <a:avLst/>
          </a:prstGeom>
        </p:spPr>
      </p:pic>
      <p:cxnSp>
        <p:nvCxnSpPr>
          <p:cNvPr id="14" name="直接连接符 13"/>
          <p:cNvCxnSpPr/>
          <p:nvPr userDrawn="1"/>
        </p:nvCxnSpPr>
        <p:spPr>
          <a:xfrm>
            <a:off x="0" y="6188076"/>
            <a:ext cx="121920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accent1">
              <a:lumMod val="75000"/>
            </a:schemeClr>
          </a:solidFill>
          <a:latin typeface="Times New Roman" panose="02020503050405090304" charset="0"/>
          <a:ea typeface="宋体" pitchFamily="2" charset="-122"/>
          <a:cs typeface="Times New Roman" panose="0202050305040509030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accent1">
              <a:lumMod val="75000"/>
            </a:schemeClr>
          </a:solidFill>
          <a:latin typeface="Times New Roman" panose="02020503050405090304" charset="0"/>
          <a:ea typeface="宋体" pitchFamily="2" charset="-122"/>
          <a:cs typeface="Times New Roman" panose="0202050305040509030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Times New Roman" panose="02020503050405090304" charset="0"/>
          <a:ea typeface="宋体" pitchFamily="2" charset="-122"/>
          <a:cs typeface="Times New Roman" panose="0202050305040509030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accent1">
              <a:lumMod val="75000"/>
            </a:schemeClr>
          </a:solidFill>
          <a:latin typeface="Times New Roman" panose="02020503050405090304" charset="0"/>
          <a:ea typeface="宋体" pitchFamily="2" charset="-122"/>
          <a:cs typeface="Times New Roman" panose="0202050305040509030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accent1">
              <a:lumMod val="75000"/>
            </a:schemeClr>
          </a:solidFill>
          <a:latin typeface="Times New Roman" panose="02020503050405090304" charset="0"/>
          <a:ea typeface="宋体" pitchFamily="2" charset="-122"/>
          <a:cs typeface="Times New Roman" panose="0202050305040509030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accent1">
              <a:lumMod val="75000"/>
            </a:schemeClr>
          </a:solidFill>
          <a:latin typeface="Times New Roman" panose="02020503050405090304" charset="0"/>
          <a:ea typeface="宋体" pitchFamily="2" charset="-122"/>
          <a:cs typeface="Times New Roman" panose="0202050305040509030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503050405090304" charset="0"/>
                <a:ea typeface="宋体-简" panose="02010800040101010101" charset="-122"/>
              </a:rPr>
              <a:t>Movie Recommender System</a:t>
            </a:r>
            <a:r>
              <a:rPr lang="zh-CN" altLang="en-US" sz="3600" dirty="0">
                <a:latin typeface="Times New Roman" panose="02020503050405090304" charset="0"/>
                <a:ea typeface="宋体-简" panose="02010800040101010101" charset="-122"/>
              </a:rPr>
              <a:t>：</a:t>
            </a:r>
            <a:r>
              <a:rPr lang="en-US" altLang="zh-CN" sz="3600" dirty="0">
                <a:latin typeface="Times New Roman" panose="02020503050405090304" charset="0"/>
                <a:ea typeface="宋体-简" panose="02010800040101010101" charset="-122"/>
              </a:rPr>
              <a:t>Learning Outcomes Summary</a:t>
            </a:r>
            <a:endParaRPr lang="en-US" altLang="zh-CN" sz="3600" dirty="0"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503050405090304" charset="0"/>
                <a:ea typeface="宋体-简" panose="02010800040101010101" charset="-122"/>
              </a:rPr>
              <a:t>Jiayi Zheng | 50039453</a:t>
            </a:r>
            <a:endParaRPr lang="en-US" dirty="0">
              <a:latin typeface="Times New Roman" panose="02020503050405090304" charset="0"/>
              <a:ea typeface="宋体-简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Project Overview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Built a movie recommender system in three stages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From heuristics to feature-based to latent-factor models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Goal: Improve robustness and personalization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3"/>
          <p:cNvSpPr>
            <a:spLocks noGrp="1"/>
          </p:cNvSpPr>
          <p:nvPr/>
        </p:nvSpPr>
        <p:spPr>
          <a:xfrm>
            <a:off x="0" y="2685034"/>
            <a:ext cx="12192000" cy="1675309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alibri" charset="0"/>
                <a:ea typeface="+mj-ea"/>
                <a:cs typeface="Calibri" charset="0"/>
              </a:defRPr>
            </a:lvl1pPr>
          </a:lstStyle>
          <a:p>
            <a:r>
              <a:rPr>
                <a:latin typeface="Times New Roman" panose="02020503050405090304" charset="0"/>
                <a:ea typeface="宋体-简" panose="02010800040101010101" charset="-122"/>
                <a:sym typeface="+mn-ea"/>
              </a:rPr>
              <a:t>Part</a:t>
            </a:r>
            <a:r>
              <a:rPr lang="en-US">
                <a:latin typeface="Times New Roman" panose="02020503050405090304" charset="0"/>
                <a:ea typeface="宋体-简" panose="02010800040101010101" charset="-122"/>
                <a:sym typeface="+mn-ea"/>
              </a:rPr>
              <a:t> 1</a:t>
            </a:r>
            <a:endParaRPr lang="en-US" dirty="0"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Bayesian Rating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03350"/>
            <a:ext cx="5618480" cy="4526280"/>
          </a:xfrm>
        </p:spPr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Learned Bayesian averaging to stabilize ratings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Prevent overrating with few votes; raise underrated popular films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0" y="1256983"/>
            <a:ext cx="4933950" cy="4819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User-Movie Matrix &amp; KNN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Constructed interaction matrix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Applied KNN for similarity-based recommendations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977900" y="3754755"/>
            <a:ext cx="2677160" cy="136779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 Toy Story (1995)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9050020" y="2872740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Honey, I Shrunk the Kids (1989)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6085205" y="3509010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Mission: Impossible (1996)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085205" y="5418455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Groundhog Day (1993)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085205" y="4781550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Willy Wonka &amp; the Chocolate Factory (1971)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9050020" y="5417820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Mask, The (1994)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085205" y="4145280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Bug's Life, A (1998)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9050020" y="3509010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Independence Day (a.k.a. ID4) (1996)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085205" y="2872740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Toy Story 2 (1999)</a:t>
            </a:r>
            <a:endParaRPr lang="en-US" altLang="zh-CN"/>
          </a:p>
        </p:txBody>
      </p:sp>
      <p:sp>
        <p:nvSpPr>
          <p:cNvPr id="13" name="圆角矩形 12"/>
          <p:cNvSpPr/>
          <p:nvPr/>
        </p:nvSpPr>
        <p:spPr>
          <a:xfrm>
            <a:off x="9050020" y="4145280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Nutty Professor, The (1996)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9050020" y="4781550"/>
            <a:ext cx="2806700" cy="58610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>
              <a:lnSpc>
                <a:spcPct val="110000"/>
              </a:lnSpc>
            </a:pPr>
            <a:r>
              <a:rPr lang="en-US" altLang="zh-CN"/>
              <a:t>Babe (1995)</a:t>
            </a:r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3655060" y="4095115"/>
            <a:ext cx="2430145" cy="63627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Limitations Found in Part 1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002010" cy="4526280"/>
          </a:xfrm>
        </p:spPr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Sparse data issues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Cold start limitations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Lack of content understanding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0" y="2243455"/>
            <a:ext cx="5942965" cy="3239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3"/>
          <p:cNvSpPr>
            <a:spLocks noGrp="1"/>
          </p:cNvSpPr>
          <p:nvPr/>
        </p:nvSpPr>
        <p:spPr>
          <a:xfrm>
            <a:off x="0" y="2685034"/>
            <a:ext cx="12192000" cy="1675309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alibri" charset="0"/>
                <a:ea typeface="+mj-ea"/>
                <a:cs typeface="Calibri" charset="0"/>
              </a:defRPr>
            </a:lvl1pPr>
          </a:lstStyle>
          <a:p>
            <a:r>
              <a:rPr>
                <a:latin typeface="Times New Roman" panose="02020503050405090304" charset="0"/>
                <a:ea typeface="宋体-简" panose="02010800040101010101" charset="-122"/>
                <a:sym typeface="+mn-ea"/>
              </a:rPr>
              <a:t>Part </a:t>
            </a:r>
            <a:r>
              <a:rPr lang="en-US">
                <a:latin typeface="Times New Roman" panose="02020503050405090304" charset="0"/>
                <a:ea typeface="宋体-简" panose="02010800040101010101" charset="-122"/>
                <a:sym typeface="+mn-ea"/>
              </a:rPr>
              <a:t>2</a:t>
            </a:r>
            <a:endParaRPr lang="en-US" dirty="0"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Adding Movie Features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Added genres, release year, metadata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Created explicit feature vectors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605" y="3429000"/>
            <a:ext cx="12192000" cy="12788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Cosine Similarity Search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Computed movie similarity using cosine distance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Performed content-based recommendations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935" y="2244090"/>
            <a:ext cx="2818130" cy="9442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745" y="4220845"/>
            <a:ext cx="5604510" cy="17157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3"/>
          <p:cNvSpPr>
            <a:spLocks noGrp="1"/>
          </p:cNvSpPr>
          <p:nvPr/>
        </p:nvSpPr>
        <p:spPr>
          <a:xfrm>
            <a:off x="0" y="2685034"/>
            <a:ext cx="12192000" cy="1675309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alibri" charset="0"/>
                <a:ea typeface="+mj-ea"/>
                <a:cs typeface="Calibri" charset="0"/>
              </a:defRPr>
            </a:lvl1pPr>
          </a:lstStyle>
          <a:p>
            <a:r>
              <a:rPr lang="en-US" altLang="zh-CN" dirty="0">
                <a:latin typeface="Times New Roman" panose="02020503050405090304" charset="0"/>
                <a:ea typeface="宋体-简" panose="02010800040101010101" charset="-122"/>
                <a:sym typeface="+mn-ea"/>
              </a:rPr>
              <a:t>Part 3</a:t>
            </a:r>
            <a:endParaRPr lang="en-US" altLang="zh-CN" dirty="0"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ALS with Implicit Feedback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Interpreted rating as watch frequency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Used ALS to learn user and movie vectors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06820" y="2952115"/>
            <a:ext cx="54483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/>
              <a:t>P: User vector</a:t>
            </a:r>
            <a:endParaRPr lang="en-US" altLang="zh-CN" sz="1400"/>
          </a:p>
          <a:p>
            <a:r>
              <a:rPr lang="en-US" altLang="zh-CN" sz="1400"/>
              <a:t>Q: Item vector</a:t>
            </a:r>
            <a:endParaRPr lang="en-US" altLang="zh-CN" sz="1400"/>
          </a:p>
          <a:p>
            <a:r>
              <a:rPr lang="en-US" altLang="zh-CN" sz="1400"/>
              <a:t>k: Vector dimension P·Q</a:t>
            </a:r>
            <a:r>
              <a:rPr lang="" altLang="en-US" sz="1400"/>
              <a:t>ᵀ</a:t>
            </a:r>
            <a:r>
              <a:rPr lang="en-US" altLang="zh-CN" sz="1400"/>
              <a:t> is the predicted rating / degree of preference</a:t>
            </a:r>
            <a:endParaRPr lang="en-US" altLang="zh-CN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3960495"/>
            <a:ext cx="7744460" cy="21659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705" y="3133725"/>
            <a:ext cx="4323715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Latent Factor Recommendations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Predicted user preference via dot-product scores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Generated fully personalized movie lists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235" y="2613660"/>
            <a:ext cx="3773805" cy="3411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3"/>
          <p:cNvSpPr>
            <a:spLocks noGrp="1"/>
          </p:cNvSpPr>
          <p:nvPr/>
        </p:nvSpPr>
        <p:spPr>
          <a:xfrm>
            <a:off x="0" y="2685034"/>
            <a:ext cx="12192000" cy="1675309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alibri" charset="0"/>
                <a:ea typeface="+mj-ea"/>
                <a:cs typeface="Calibri" charset="0"/>
              </a:defRPr>
            </a:lvl1pPr>
          </a:lstStyle>
          <a:p>
            <a:r>
              <a:rPr>
                <a:latin typeface="Times New Roman" panose="02020503050405090304" charset="0"/>
                <a:ea typeface="宋体-简" panose="02010800040101010101" charset="-122"/>
                <a:sym typeface="+mn-ea"/>
              </a:rPr>
              <a:t>Overall</a:t>
            </a:r>
            <a:endParaRPr lang="en-US" dirty="0"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Comparison of All Three Parts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Part 1: Simple heuristics + KNN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Part 2: Content-based similarity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Part 3: Latent factor personalization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Overall Learning Outcomes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Bayesian smoothing &amp; collaborative filtering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Feature engineering &amp; similarity search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>
                <a:latin typeface="Times New Roman" panose="02020503050405090304" charset="0"/>
                <a:ea typeface="宋体-简" panose="02010800040101010101" charset="-122"/>
              </a:rPr>
              <a:t>Matrix factorization &amp; implicit modeling</a:t>
            </a:r>
            <a:endParaRPr>
              <a:latin typeface="Times New Roman" panose="02020503050405090304" charset="0"/>
              <a:ea typeface="宋体-简" panose="020108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1644</Words>
  <Application>WPS 演示</Application>
  <PresentationFormat>On-screen Show (4:3)</PresentationFormat>
  <Paragraphs>95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Arial</vt:lpstr>
      <vt:lpstr>Times New Roman</vt:lpstr>
      <vt:lpstr>汉仪书宋二KW</vt:lpstr>
      <vt:lpstr>Calibri</vt:lpstr>
      <vt:lpstr>Helvetica Neue</vt:lpstr>
      <vt:lpstr>宋体-简</vt:lpstr>
      <vt:lpstr>微软雅黑</vt:lpstr>
      <vt:lpstr>汉仪旗黑</vt:lpstr>
      <vt:lpstr>宋体</vt:lpstr>
      <vt:lpstr>Arial Unicode MS</vt:lpstr>
      <vt:lpstr>等线</vt:lpstr>
      <vt:lpstr>汉仪中等线KW</vt:lpstr>
      <vt:lpstr>Office Theme</vt:lpstr>
      <vt:lpstr>2_Office 主题​​</vt:lpstr>
      <vt:lpstr>Movie Recommender System：Learning Outcomes Summary</vt:lpstr>
      <vt:lpstr>Project Overview</vt:lpstr>
      <vt:lpstr>PowerPoint 演示文稿</vt:lpstr>
      <vt:lpstr>: Bayesian Rating</vt:lpstr>
      <vt:lpstr>User-Movie Matrix &amp; KNN</vt:lpstr>
      <vt:lpstr>Limitations Found in Part 1</vt:lpstr>
      <vt:lpstr>PowerPoint 演示文稿</vt:lpstr>
      <vt:lpstr>Part 2: Adding Movie Features</vt:lpstr>
      <vt:lpstr>Cosine Similarity Search</vt:lpstr>
      <vt:lpstr>PowerPoint 演示文稿</vt:lpstr>
      <vt:lpstr>: ALS with Implicit Feedback</vt:lpstr>
      <vt:lpstr>Latent Factor Recommendations</vt:lpstr>
      <vt:lpstr>PowerPoint 演示文稿</vt:lpstr>
      <vt:lpstr>Comparison of All Three Parts</vt:lpstr>
      <vt:lpstr>Overall Learning Outcomes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charlotte</cp:lastModifiedBy>
  <cp:revision>6</cp:revision>
  <dcterms:created xsi:type="dcterms:W3CDTF">2025-11-26T10:32:36Z</dcterms:created>
  <dcterms:modified xsi:type="dcterms:W3CDTF">2025-11-26T10:32:36Z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AE321F4FAC2C3C0650CD266977EE9F2F_42</vt:lpwstr>
  </property>
  <property fmtid="{D5CDD505-2E9C-101B-9397-08002B2CF9AE}" pid="3" name="KSOProductBuildVer">
    <vt:lpwstr>2052-12.1.22553.22553</vt:lpwstr>
  </property>
</Properties>
</file>